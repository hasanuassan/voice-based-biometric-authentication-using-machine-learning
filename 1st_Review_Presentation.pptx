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🎤 VOICE-BASED BIOMETRIC AUTHENTICATION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050"/>
                </a:solidFill>
              </a:defRPr>
            </a:pPr>
            <a:r>
              <a:t>Voice Aging Adaptation &amp; Cognitive State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Batch Members: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[Member 1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[Member 2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[Member 3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[Member 4 Name] - [Roll No.]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Supervisor: [Prof.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76E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t>Primary Objective: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t>Develop secure voice-based biometric authentication with &gt;95% accuracy</a:t>
            </a:r>
          </a:p>
          <a:p/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t>Voice Aging Adaptation: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t>Handle voice changes over time while maintaining accuracy</a:t>
            </a:r>
          </a:p>
          <a:p/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t>Mental State Detection: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t>Classify user mental states (Calm, Stressed, Anxious, Fatigued)</a:t>
            </a:r>
          </a:p>
          <a:p/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t>Attendance Management: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t>Integrate voice authentication with automated attendance tracking</a:t>
            </a:r>
          </a:p>
          <a:p/>
          <a:p>
            <a:pPr>
              <a:spcBef>
                <a:spcPts val="600"/>
              </a:spcBef>
              <a:defRPr sz="1800" b="1">
                <a:solidFill>
                  <a:srgbClr val="00B050"/>
                </a:solidFill>
              </a:defRPr>
            </a:pPr>
            <a:r>
              <a:t>ML Excellence:</a:t>
            </a:r>
          </a:p>
          <a:p>
            <a:pPr lvl="1">
              <a:spcBef>
                <a:spcPts val="300"/>
              </a:spcBef>
              <a:defRPr sz="1500">
                <a:solidFill>
                  <a:srgbClr val="333333"/>
                </a:solidFill>
              </a:defRPr>
            </a:pPr>
            <a:r>
              <a:t>Implement multiple models (SVM, CNN, LSTM) for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t>LITERATURE SURVEY (12 Research Papers)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</a:defRPr>
            </a:pPr>
            <a:r>
              <a:t>1. Speaker Recognition From Raw Waveform (Ravanelli &amp; Bengio, 2018)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2. Aging Effects on Speaker Verification (Kinnunen et al., 2011)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3. MFCC Extraction for Speaker Recognition (Davis &amp; Mermelstein, 1980)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4. SVM for Speaker Identification (Müller, 2001)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5. CNN for Audio Processing (Abdel-Hamid et al., 2014)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6. LSTM for Sequential Audio (Graves et al., 2013)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</a:defRPr>
            </a:pPr>
            <a:r>
              <a:t>7. Speech Emotion Recognition (Schuller et al., 2009)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8. Robust Speaker Verification (Barras &amp; Gauvain, 2003)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9. Online Adaptation for SV (Stuhlsatz et al., 2012)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10. Biometric Authentication Survey (Jain et al., 2004)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11. Efficient Voice Auth on Edge (Chowdhury et al., 2020)</a:t>
            </a:r>
          </a:p>
          <a:p/>
          <a:p>
            <a:pPr>
              <a:defRPr sz="1100">
                <a:solidFill>
                  <a:srgbClr val="333333"/>
                </a:solidFill>
              </a:defRPr>
            </a:pPr>
            <a:r>
              <a:t>12. Privacy-Preserving Biometrics (Teoh et al., 2004)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t>EXISTING SYSTEMS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700" b="1">
                <a:solidFill>
                  <a:srgbClr val="4F81BD"/>
                </a:solidFill>
              </a:defRPr>
            </a:pPr>
            <a:r>
              <a:t>Manual Roll Call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❌ Time-consuming, Error-prone, No security</a:t>
            </a:r>
          </a:p>
          <a:p/>
          <a:p>
            <a:pPr>
              <a:defRPr sz="1700" b="1">
                <a:solidFill>
                  <a:srgbClr val="4F81BD"/>
                </a:solidFill>
              </a:defRPr>
            </a:pPr>
            <a:r>
              <a:t>RFID Systems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❌ Cards transferable, Can be cloned, Lacks security</a:t>
            </a:r>
          </a:p>
          <a:p/>
          <a:p>
            <a:pPr>
              <a:defRPr sz="1700" b="1">
                <a:solidFill>
                  <a:srgbClr val="4F81BD"/>
                </a:solidFill>
              </a:defRPr>
            </a:pPr>
            <a:r>
              <a:t>Fingerprint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❌ Contact required, Hygiene concerns, Spoofing possible</a:t>
            </a:r>
          </a:p>
          <a:p/>
          <a:p>
            <a:pPr>
              <a:defRPr sz="1700" b="1">
                <a:solidFill>
                  <a:srgbClr val="4F81BD"/>
                </a:solidFill>
              </a:defRPr>
            </a:pPr>
            <a:r>
              <a:t>Facial Recognition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❌ Privacy concerns, Affected by lighting/masks, No mental state detection</a:t>
            </a:r>
          </a:p>
          <a:p/>
          <a:p>
            <a:pPr>
              <a:defRPr sz="1700" b="1">
                <a:solidFill>
                  <a:srgbClr val="4F81BD"/>
                </a:solidFill>
              </a:defRPr>
            </a:pPr>
            <a:r>
              <a:t>Traditional Voice Bio.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⚠️ Limited adaptation, No mental state detection, Poor deployment</a:t>
            </a:r>
          </a:p>
          <a:p/>
          <a:p>
            <a:pPr>
              <a:defRPr sz="1700" b="1">
                <a:solidFill>
                  <a:srgbClr val="00B050"/>
                </a:solidFill>
              </a:defRPr>
            </a:pPr>
            <a:r>
              <a:t>Our System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✅ Secure + Adaptive + Mental State + Attendance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0B050"/>
                </a:solidFill>
              </a:defRPr>
            </a:pPr>
            <a:r>
              <a:t>① PHASE 1: Registration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Record voice → Extract features → Store voiceprint</a:t>
            </a:r>
          </a:p>
          <a:p/>
          <a:p>
            <a:pPr>
              <a:defRPr sz="1600" b="1">
                <a:solidFill>
                  <a:srgbClr val="00B050"/>
                </a:solidFill>
              </a:defRPr>
            </a:pPr>
            <a:r>
              <a:t>① PHASE 2: Verification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Record test voice → Compare features → Calculate confidence</a:t>
            </a:r>
          </a:p>
          <a:p/>
          <a:p>
            <a:pPr>
              <a:defRPr sz="1600" b="1">
                <a:solidFill>
                  <a:srgbClr val="00B050"/>
                </a:solidFill>
              </a:defRPr>
            </a:pPr>
            <a:r>
              <a:t>① PHASE 3: Mental State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Analyze voice patterns → Detect 4 mental states</a:t>
            </a:r>
          </a:p>
          <a:p/>
          <a:p>
            <a:pPr>
              <a:defRPr sz="1600" b="1">
                <a:solidFill>
                  <a:srgbClr val="00B050"/>
                </a:solidFill>
              </a:defRPr>
            </a:pPr>
            <a:r>
              <a:t>① PHASE 4: Voice Aging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Update voiceprint gradually → Maintain accuracy over time</a:t>
            </a:r>
          </a:p>
          <a:p/>
          <a:p>
            <a:pPr>
              <a:defRPr sz="1600" b="1">
                <a:solidFill>
                  <a:srgbClr val="00B050"/>
                </a:solidFill>
              </a:defRPr>
            </a:pPr>
            <a:r>
              <a:t>① PHASE 5: Attendance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Log successful verifications → Export to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F81BD"/>
                </a:solidFill>
              </a:defRPr>
            </a:pPr>
            <a:r>
              <a:t>Technologies: Python, FastAPI, Streamlit, TensorFlow, Librosa, SQLite, SVM/CNN/LSTM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B050"/>
                </a:solidFill>
              </a:defRPr>
            </a:pPr>
            <a:r>
              <a:t>🔹 Frontend Layer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Streamlit UI with 4 pages: Registration, Verification, Students, Logs</a:t>
            </a:r>
          </a:p>
          <a:p/>
          <a:p>
            <a:pPr>
              <a:defRPr sz="1800" b="1">
                <a:solidFill>
                  <a:srgbClr val="00B050"/>
                </a:solidFill>
              </a:defRPr>
            </a:pPr>
            <a:r>
              <a:t>🔹 API Layer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FastAPI backend with RESTful endpoints for all operations</a:t>
            </a:r>
          </a:p>
          <a:p/>
          <a:p>
            <a:pPr>
              <a:defRPr sz="1800" b="1">
                <a:solidFill>
                  <a:srgbClr val="00B050"/>
                </a:solidFill>
              </a:defRPr>
            </a:pPr>
            <a:r>
              <a:t>🔹 Business Logic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Feature Extraction + ML Models + Mental State Detector + Voice Aging</a:t>
            </a:r>
          </a:p>
          <a:p/>
          <a:p>
            <a:pPr>
              <a:defRPr sz="1800" b="1">
                <a:solidFill>
                  <a:srgbClr val="00B050"/>
                </a:solidFill>
              </a:defRPr>
            </a:pPr>
            <a:r>
              <a:t>🔹 Data Layer</a:t>
            </a:r>
          </a:p>
          <a:p>
            <a:pPr lvl="1"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SQLite database storing: Students, Voiceprints,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Real-Time: &lt;2 seconds per verification</a:t>
            </a:r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Accuracy: &gt;95% (SVM model)</a:t>
            </a:r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Scalability: 1000+ users</a:t>
            </a:r>
          </a:p>
          <a:p>
            <a:pPr>
              <a:spcBef>
                <a:spcPts val="200"/>
              </a:spcBef>
              <a:defRPr sz="1200">
                <a:solidFill>
                  <a:srgbClr val="4F81BD"/>
                </a:solidFill>
              </a:defRPr>
            </a:pPr>
            <a:r>
              <a:t>✅ Security: Feature-based (audio not stored)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600" b="1">
                <a:solidFill>
                  <a:srgbClr val="00B050"/>
                </a:solidFill>
              </a:defRPr>
            </a:pPr>
            <a:r>
              <a:t>THANK YOU</a:t>
            </a:r>
          </a:p>
          <a:p>
            <a:br/>
            <a:pPr algn="ctr">
              <a:spcBef>
                <a:spcPts val="1200"/>
              </a:spcBef>
              <a:defRPr sz="32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